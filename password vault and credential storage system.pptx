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" name="Rectangle 9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lang="en-US" sz="5000" b="0" u="none" spc="201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53F936E-78DA-4B0F-A749-1DD875A5C295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75000"/>
              </a:srgbClr>
            </a:solidFill>
            <a:round/>
          </a:ln>
        </p:spPr>
      </p:cxn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pc="99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E2476A9-270F-4E36-A35F-A2E5B42311CB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872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ctr" vert="eaVer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pc="99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160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F71B457-E335-429F-B417-5CB77F01B118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2" name="Straight Connector 6"/>
          <p:cNvCxnSpPr/>
          <p:nvPr/>
        </p:nvCxnSpPr>
        <p:spPr>
          <a:xfrm>
            <a:off x="9601200" y="516240"/>
            <a:ext cx="914760" cy="3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pc="99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E0FF3D0-98A8-462B-BB8A-3DC1C24B2A78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0" name="Rectangle 8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lang="en-US" sz="5000" b="0" u="none" spc="201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69AFDF3C-B07B-4D3B-B36C-69EBB0C93FB6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7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75000"/>
              </a:srgbClr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pc="99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D30983E-4A15-42AF-A563-608DB356A113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pc="99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2300" b="0" u="none" strike="noStrik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599076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lang="en-US" sz="2300" b="0" u="none" strike="noStrik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3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599076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0EACC10C-DA10-4A61-8FBD-A97057BD9DDC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US" sz="5000" b="0" u="none" spc="99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AD56FA4E-A8EB-4A75-A176-EF918BDEC00E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A51DB5A-E2C4-451F-A6BB-5AEC1BFE127C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876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US" sz="4000" b="0" u="none" spc="99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7920" cy="5184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265320" lvl="1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448200" lvl="2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594360" lvl="3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777240" lvl="4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8760" cy="376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5A9A2040-98FC-476D-9232-2CAF1D113B08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lang="en-US" sz="5000" b="0" u="none" spc="201" strike="noStrik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88520" cy="4571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457200" rIns="45720" tIns="36576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7AE4454-F0F9-4E10-9558-BFAC36BD0C01}" type="slidenum">
              <a:rPr lang="en-US" sz="10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7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50">
            <a:solidFill>
              <a:srgbClr val="1cade4"/>
            </a:solidFill>
            <a:round/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080" y="0"/>
            <a:ext cx="40694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09960" y="640080"/>
            <a:ext cx="3429360" cy="561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699800" y="2106360"/>
            <a:ext cx="7171920" cy="3744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Project Title: [Password Vault and Credential Storage System]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Course: Java Programming Lab / Mini Project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Student Name &amp; Roll No: [Roshini S.B &amp; 25BCS249]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Department: Computer Science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w Cen MT"/>
              </a:rPr>
              <a:t>Mentor / Guide: [Name &amp; Designation]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1" name="Picture 5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4699800" y="233280"/>
            <a:ext cx="6743520" cy="168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Introduction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86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7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Overview of the Password Vault System and its purpose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Problem background: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Users struggle to manage multiple passwords securely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Motivation: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Need for a secure and simple password storage system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Significance: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Helps users store and access credentials safely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8" name="Picture 6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Objective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3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94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Main goals of the project: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To design and implement a Java-based password vault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To provide secure login using a master password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To store and retrieve credentials efficiently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To apply object-oriented programming concepts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9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Problem Statement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0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7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Current Issues: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Users forget passwords frequently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Passwords stored in unsafe ways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High risk of security breaches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Solution: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Develop a secure password vault system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using master password authentication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0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Requirements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1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Hardware Requirements: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Processor: Intel i3 or higher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RAM: 4 GB minimum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Storage: 500 MB free space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Software Requirements: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OS: Windows / Linux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Java JDK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IN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IDE: Eclipse / IntelliJ / VS Code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1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5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Design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18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Structure and workflow of the system: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User Registration (Master Password)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Login Authentication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Vault System (Store &amp; Retrieve Data)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Menu-driven Interface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Flow: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Login → Menu → Add/View Credentials → Exit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2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Module Description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2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00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Authentication Module: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– Handles registration and login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Vault Module: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– Stores and retrieves credentials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User Interface Module: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– Displays menu and accepts input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Exit Module: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– Safely terminates program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2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Algorithm / Flowchart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3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34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1. Start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2. Register master password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3. Login using password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4. Validate user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5. Display menu options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6. Perform selected operation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7. Repeat until exit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8. Stop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3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9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Implementation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41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42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Techniques used: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Java Classes (AuthService, VaultService)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Loops and conditional statements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Scanner for user input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ArrayList for storing credentials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Includes authentication and vault management logic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4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Output Screens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4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5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Registration screen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Login success / failure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Add credential screen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View stored credentials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(Insert screenshots here)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5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Results &amp; Discussion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57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58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System successfully stores credentials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Login authentication works correctly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Easy to use and efficient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Challenges: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No encryption implemented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No database storage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6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Conclusion &amp; Future Enhancement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65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66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850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Conclusion: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Project achieved its objective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Demonstrates Java OOP concepts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Future Enhancements: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Add encryption (AES)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Connect to database (MySQL)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Develop GUI (JavaFX/Swing)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Add password generator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6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References / Acknowledgement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7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74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5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77500" lnSpcReduction="1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References: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Oracle Java Documentation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GeeksforGeeks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W3Schools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• JavaTPoint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Acknowledgement: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Tw Cen MT"/>
              </a:rPr>
              <a:t>Thanks to mentor, department, and institution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7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lang="en-IN" sz="2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 Programming Project Presentation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9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321840"/>
            <a:ext cx="11550960" cy="621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103294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lang="en-IN" sz="5000" b="0" u="none" spc="99" strike="noStrike" cap="all">
                <a:solidFill>
                  <a:srgbClr val="ffffff"/>
                </a:solidFill>
                <a:effectLst/>
                <a:uFillTx/>
                <a:latin typeface="Tw Cen MT Condensed"/>
              </a:rPr>
              <a:t>Thank You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cxnSp>
        <p:nvCxnSpPr>
          <p:cNvPr id="181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50">
            <a:solidFill>
              <a:srgbClr val="1cade4">
                <a:lumMod val="20000"/>
                <a:lumOff val="80000"/>
              </a:srgbClr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 pitchFamily="0" charset="1"/>
        <a:ea typeface=""/>
        <a:cs typeface=""/>
      </a:majorFont>
      <a:minorFont>
        <a:latin typeface="Tw Cen MT" panose="020B06020201040206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3000"/>
                <a:lumMod val="100000"/>
              </a:schemeClr>
            </a:gs>
            <a:gs pos="100000">
              <a:schemeClr val="phClr">
                <a:tint val="61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tint val="100000"/>
                <a:shade val="85000"/>
                <a:lumMod val="100000"/>
              </a:schemeClr>
            </a:gs>
            <a:gs pos="100000">
              <a:schemeClr val="phClr">
                <a:tint val="90000"/>
                <a:shade val="100000"/>
                <a:lumMod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</a:schemeClr>
        </a:solidFill>
        <a:blipFill rotWithShape="1">
          <a:blip r:embed="rId1"/>
          <a:srcRect l="0" t="0" r="0" b="0"/>
          <a:tile tx="0" ty="0" sx="40000" sy="40000" flip="none" algn="tl"/>
        </a:blip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</TotalTime>
  <Application>LibreOffice/25.8.5.2$Windows_X86_64 LibreOffice_project/9c8b85f387cc00a89945a79c9e6239f32e450ac2</Application>
  <AppVersion>15.0000</AppVersion>
  <Words>487</Words>
  <Paragraphs>109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2026-04-09T23:40:06Z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</vt:i4>
  </property>
</Properties>
</file>